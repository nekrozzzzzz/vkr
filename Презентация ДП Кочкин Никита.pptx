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3A6"/>
    <a:srgbClr val="2E70E3"/>
    <a:srgbClr val="286FE5"/>
    <a:srgbClr val="8C8C8C"/>
    <a:srgbClr val="A5A5A5"/>
    <a:srgbClr val="3E719B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3" autoAdjust="0"/>
    <p:restoredTop sz="96539" autoAdjust="0"/>
  </p:normalViewPr>
  <p:slideViewPr>
    <p:cSldViewPr snapToGrid="0" snapToObjects="1">
      <p:cViewPr varScale="1">
        <p:scale>
          <a:sx n="73" d="100"/>
          <a:sy n="73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-51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3" d="100"/>
          <a:sy n="43" d="100"/>
        </p:scale>
        <p:origin x="432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7-43B0-8B78-CABD5939307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67-43B0-8B78-CABD5939307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67-43B0-8B78-CABD59393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4B-483A-8513-5125EC87C351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4B-483A-8513-5125EC87C3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4B-483A-8513-5125EC87C351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4B-483A-8513-5125EC87C351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4B-483A-8513-5125EC87C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46-41F4-85A5-90A4F63D6700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46-41F4-85A5-90A4F63D67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46-41F4-85A5-90A4F63D6700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746-41F4-85A5-90A4F63D6700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46-41F4-85A5-90A4F63D6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6-4A39-BD47-A8409F02A7D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46-4A39-BD47-A8409F02A7D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46-4A39-BD47-A8409F02A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38-4010-9EF6-2FBF83FACC02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8-4010-9EF6-2FBF83FACC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8-4010-9EF6-2FBF83FACC02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8-4010-9EF6-2FBF83FACC02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38-4010-9EF6-2FBF83FAC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AD-45F8-A719-2071FEF93AC9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0AD-45F8-A719-2071FEF93AC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0AD-45F8-A719-2071FEF93AC9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0AD-45F8-A719-2071FEF93AC9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AD-45F8-A719-2071FEF93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2408143-EB30-4AA3-8610-AEFE512509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A64DB5-5717-4BEF-8AC0-26D3CCF77C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457D3-7643-445A-92AB-3517B3725C26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893248-79D1-472B-AE93-1A5218657A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410A7A-5598-491D-A64D-A4DCDA4977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70CD6-BFC2-4DD7-B8A7-9DF9E8F424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348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0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1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oup 4" descr="preencoded.png">
            <a:extLst>
              <a:ext uri="{FF2B5EF4-FFF2-40B4-BE49-F238E27FC236}">
                <a16:creationId xmlns:a16="http://schemas.microsoft.com/office/drawing/2014/main" id="{EFF1CBB7-E592-4F72-9E11-A81F7B461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20250" y="1428750"/>
            <a:ext cx="7953375" cy="7048500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91ED8208-C327-4B77-A83F-FC267B2051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561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5E20D2-9293-4F90-9416-D4F1C4920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tx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411FE70F-1751-4F1A-A30A-848B8CB9CF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rgbClr val="286FE5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7495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9">
            <a:extLst>
              <a:ext uri="{FF2B5EF4-FFF2-40B4-BE49-F238E27FC236}">
                <a16:creationId xmlns:a16="http://schemas.microsoft.com/office/drawing/2014/main" id="{37449E3D-C1DB-45E1-BD80-A942D671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DC2213-0F67-486E-8CF4-FACDA2534B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Текст 23">
            <a:extLst>
              <a:ext uri="{FF2B5EF4-FFF2-40B4-BE49-F238E27FC236}">
                <a16:creationId xmlns:a16="http://schemas.microsoft.com/office/drawing/2014/main" id="{230AABAC-9576-49C7-A2CB-1822DB98E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C998EDD-1BC5-4EFD-803E-A810D91608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Текст 23">
            <a:extLst>
              <a:ext uri="{FF2B5EF4-FFF2-40B4-BE49-F238E27FC236}">
                <a16:creationId xmlns:a16="http://schemas.microsoft.com/office/drawing/2014/main" id="{AA70463E-02FF-4AFE-A3C4-5DDC54E35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1B627428-DE87-4935-A55B-F4B39220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14">
            <a:extLst>
              <a:ext uri="{FF2B5EF4-FFF2-40B4-BE49-F238E27FC236}">
                <a16:creationId xmlns:a16="http://schemas.microsoft.com/office/drawing/2014/main" id="{47C71182-74D8-49E1-8B16-01F96F3719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BD3B1-CA26-4579-9720-B5099B56FB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134404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292F892-BD09-EB67-02F5-5587348E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6B2989-22D0-53DB-44B2-10C9F29F4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Рисунок 9">
            <a:extLst>
              <a:ext uri="{FF2B5EF4-FFF2-40B4-BE49-F238E27FC236}">
                <a16:creationId xmlns:a16="http://schemas.microsoft.com/office/drawing/2014/main" id="{7447184F-F1B6-A6C4-2095-314B84799E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ABAB84FB-6BCD-41AD-8DF1-5D211D47F7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295525"/>
            <a:ext cx="9631435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</a:t>
            </a:r>
          </a:p>
        </p:txBody>
      </p:sp>
    </p:spTree>
    <p:extLst>
      <p:ext uri="{BB962C8B-B14F-4D97-AF65-F5344CB8AC3E}">
        <p14:creationId xmlns:p14="http://schemas.microsoft.com/office/powerpoint/2010/main" val="6642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8BE58EDD-5F3B-AE1B-6B5B-920BD6D6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CD7B5298-8A06-4222-85BB-A57BD0980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EA2524EB-DF1F-4FE8-9784-294ED085BC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7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>
            <a:extLst>
              <a:ext uri="{FF2B5EF4-FFF2-40B4-BE49-F238E27FC236}">
                <a16:creationId xmlns:a16="http://schemas.microsoft.com/office/drawing/2014/main" id="{A6D6DD05-6D23-3622-936F-8176A1FEF6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2648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7F73213-1948-4724-9DCE-56F2C34C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9">
            <a:extLst>
              <a:ext uri="{FF2B5EF4-FFF2-40B4-BE49-F238E27FC236}">
                <a16:creationId xmlns:a16="http://schemas.microsoft.com/office/drawing/2014/main" id="{38449E18-B00F-4C29-9716-CACCB83B1F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id="{59F71F64-8485-4FD2-87D1-44F182BB4D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EE4F88B-D793-4AAA-8F46-20A27F116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D6CE896A-5A91-4ADC-9CCF-3E7A275FAF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9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3D1EBD-EDAB-B3D2-A901-8CC7F3ED6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54176B-895E-3197-0A81-348C234E7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B845EEC-6CF5-474B-8432-6CC8C5AD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3">
            <a:extLst>
              <a:ext uri="{FF2B5EF4-FFF2-40B4-BE49-F238E27FC236}">
                <a16:creationId xmlns:a16="http://schemas.microsoft.com/office/drawing/2014/main" id="{FA1DADC3-73B4-4517-961E-96AD3A0434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D56C923F-669B-4A7D-B266-F7B38A40D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32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39D9EE-2836-6FCC-EBE0-0D15216F8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F5A80529-A754-4C43-9B67-8A1A3870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AECADCD2-F9B8-4D1F-B77E-2BE481958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64361"/>
            <a:ext cx="16166460" cy="59058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288308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0DE615-1C15-0278-D235-E356254873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919287"/>
            <a:ext cx="8124825" cy="6448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9D4693-ACA9-8796-D4B2-6DF53DB538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2" y="1919287"/>
            <a:ext cx="8124825" cy="64484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6F05270A-D929-4C6C-8EF6-E872310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E017D-26FB-457D-9CF0-2255E36D3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BD9938E6-9712-4524-9596-28BCAAC39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77426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A742366-C0C4-4142-9267-E58D0AA836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8AB634BB-B496-4CCE-AE4B-3258993D2A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7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939216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9178377-8839-82A9-22ED-9FD3212480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7775" y="1919287"/>
            <a:ext cx="3905250" cy="64484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D9DF8B-5E9F-0161-0C58-4C68453663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710" y="1919287"/>
            <a:ext cx="3905250" cy="644842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4AF4928-8D82-3A4A-729D-EE24AFC257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35042" y="1919287"/>
            <a:ext cx="3905250" cy="64484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D71E827-E340-CDCD-4C02-291CB7FD3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E3ED94B4-A49E-4FC0-B807-21FFB34C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78200342-E889-4F04-B34F-5D4906FEE0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CC5DF422-F239-4344-90F4-ACF5CDD987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873CFA3B-777A-4432-997B-4238619342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8E5DB00B-54CF-4B0F-908B-41750390B7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3AF21A78-B857-4694-9A14-0B13992914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F1369989-7532-4806-89FE-D836C96714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8" name="Текст 3">
            <a:extLst>
              <a:ext uri="{FF2B5EF4-FFF2-40B4-BE49-F238E27FC236}">
                <a16:creationId xmlns:a16="http://schemas.microsoft.com/office/drawing/2014/main" id="{15A99355-9FCC-430F-A451-9441103623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5F1A653F-5392-490D-A75A-BC782DC68A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122365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ECBE4D-E92E-4634-8544-785D2B35B0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6985" y="5182281"/>
            <a:ext cx="4648200" cy="36671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C16FA4-9CA7-471D-94C6-105D031632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425" y="1863499"/>
            <a:ext cx="14763750" cy="2152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602DF4-442D-4E69-9AD7-1B21BE38BA5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375" y="1770969"/>
            <a:ext cx="3600450" cy="1781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36E536-AA52-4F9A-A308-8469690E9E5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3175" y="1770969"/>
            <a:ext cx="3600450" cy="17811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34AD8A-69BC-440A-8F9F-89035AD5E86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3775" y="1770969"/>
            <a:ext cx="3600450" cy="17811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333250-0D2B-4EB3-8A3F-6498595DCF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2125" y="3289187"/>
            <a:ext cx="14763750" cy="21526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E31A93-1FA6-4F06-AA22-59CC625EF63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9368" y="4810806"/>
            <a:ext cx="14763750" cy="2152650"/>
          </a:xfrm>
          <a:prstGeom prst="rect">
            <a:avLst/>
          </a:prstGeom>
        </p:spPr>
      </p:pic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62FAFC3A-5BCE-44F2-9BA7-DDCA038310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162" y="4758851"/>
            <a:ext cx="3600450" cy="1781175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A99FD765-7E36-4AC9-81CC-4A6CDF19CAF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82962" y="4758851"/>
            <a:ext cx="3600450" cy="1781175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2E376F7C-B28F-40EF-A1E7-A1D303D843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3562" y="4758851"/>
            <a:ext cx="3600450" cy="1781175"/>
          </a:xfrm>
          <a:prstGeom prst="rect">
            <a:avLst/>
          </a:prstGeom>
        </p:spPr>
      </p:pic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64" name="Заголовок 9">
            <a:extLst>
              <a:ext uri="{FF2B5EF4-FFF2-40B4-BE49-F238E27FC236}">
                <a16:creationId xmlns:a16="http://schemas.microsoft.com/office/drawing/2014/main" id="{ECCB9458-1706-40E4-9E02-0FE38256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F77E2DCA-E7BC-497F-938E-359230427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8350AAF6-993F-4C6B-8F06-7391B1525B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2" name="Текст 5">
            <a:extLst>
              <a:ext uri="{FF2B5EF4-FFF2-40B4-BE49-F238E27FC236}">
                <a16:creationId xmlns:a16="http://schemas.microsoft.com/office/drawing/2014/main" id="{74F090D6-86FD-4867-8A5C-E92907BC22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7" name="Текст 5">
            <a:extLst>
              <a:ext uri="{FF2B5EF4-FFF2-40B4-BE49-F238E27FC236}">
                <a16:creationId xmlns:a16="http://schemas.microsoft.com/office/drawing/2014/main" id="{DDFA75C2-E15C-467E-B971-336F75E2E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3" name="Текст 5">
            <a:extLst>
              <a:ext uri="{FF2B5EF4-FFF2-40B4-BE49-F238E27FC236}">
                <a16:creationId xmlns:a16="http://schemas.microsoft.com/office/drawing/2014/main" id="{D1A069E7-859A-4CEC-BA63-460AEFE31D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4" name="Текст 5">
            <a:extLst>
              <a:ext uri="{FF2B5EF4-FFF2-40B4-BE49-F238E27FC236}">
                <a16:creationId xmlns:a16="http://schemas.microsoft.com/office/drawing/2014/main" id="{BE9225B9-A0B4-410F-8847-82BACF3591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6" name="Текст 5">
            <a:extLst>
              <a:ext uri="{FF2B5EF4-FFF2-40B4-BE49-F238E27FC236}">
                <a16:creationId xmlns:a16="http://schemas.microsoft.com/office/drawing/2014/main" id="{AB89A480-0814-4BB1-B1C8-CF52F026AD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54756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3651B9A9-190D-4F76-975D-8FD3987A28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0DBB9C00-E83C-403C-A874-7338C61C9C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4C50B11-419F-460E-8E0B-E0287A7CAA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2663946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71B40F52-9D5E-403D-A1ED-66DDF48D17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4FB895DE-9832-4E83-8556-6A414A391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779179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52C29D-F68C-431C-91D7-072125123F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06154"/>
            <a:ext cx="8248650" cy="31896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F47ADA-863B-48F2-B87E-44915ADE5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3" y="5348378"/>
            <a:ext cx="8248650" cy="318969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81C4815-3C8E-4231-AE1B-E4E1409B68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2179" y="1706154"/>
            <a:ext cx="8248650" cy="318969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51EAB8-91AC-4C9E-A9C2-0D0D03FBB3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3577" y="5348378"/>
            <a:ext cx="8248650" cy="3189695"/>
          </a:xfrm>
          <a:prstGeom prst="rect">
            <a:avLst/>
          </a:prstGeom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DF38F240-A6C8-4632-8D91-5B1B6F0F1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04CF72A9-1AD8-4986-AD24-F4221BD88B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FC3A6068-3522-450A-8BC3-6074229AEB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00251C3A-0C66-4C34-9ED2-141B3328DF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568308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B078041-8FE2-41C6-914D-197B333FD9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02F61F8-079C-4E9B-81F0-C4FDEB9455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773FC554-EC62-455C-9EF5-4D52C4724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657B71E1-3BCF-4641-8205-8BD86F0698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45" name="Текст 12">
            <a:extLst>
              <a:ext uri="{FF2B5EF4-FFF2-40B4-BE49-F238E27FC236}">
                <a16:creationId xmlns:a16="http://schemas.microsoft.com/office/drawing/2014/main" id="{A1EC15C9-E11A-491E-93DA-AD24A4532D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46" name="Текст 12">
            <a:extLst>
              <a:ext uri="{FF2B5EF4-FFF2-40B4-BE49-F238E27FC236}">
                <a16:creationId xmlns:a16="http://schemas.microsoft.com/office/drawing/2014/main" id="{D0E22D35-CD9C-4E5D-AC08-2B3B3B34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9F1BCC2-B988-4DA2-BC21-4443918CD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6EEF3A8-A096-4E36-BDBD-12FBC3D530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3E881F2-24EC-4E02-8215-AD4243742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53EC41C-EB4B-42CF-91AF-B92AA76E56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222A87D-30D4-4BB1-957D-8D81D4C4F0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20" name="Текст 12">
            <a:extLst>
              <a:ext uri="{FF2B5EF4-FFF2-40B4-BE49-F238E27FC236}">
                <a16:creationId xmlns:a16="http://schemas.microsoft.com/office/drawing/2014/main" id="{9748A6C7-00EA-4AAF-A924-75A3E138A9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BB5DA19-2F5D-466D-B579-008774787B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99DADFC9-CAC9-4AFA-8400-5DD06CA990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F32AD177-3EF7-4DEF-ACC3-E29CCE2B46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1" name="Текст 8">
            <a:extLst>
              <a:ext uri="{FF2B5EF4-FFF2-40B4-BE49-F238E27FC236}">
                <a16:creationId xmlns:a16="http://schemas.microsoft.com/office/drawing/2014/main" id="{FEDAA214-6779-4BB9-9F0C-9B7831D234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231062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01EB6D5-326F-49AB-83B6-FF70197F5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CF85C3C-F169-4781-B136-ED157B6C33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1D58777-D9A3-40D4-91DF-DA77DB2903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717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81261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8378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623022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2513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6231622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252368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624140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6C874A-BD4C-4438-9044-43C8657F37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851743"/>
            <a:ext cx="548896" cy="548896"/>
          </a:xfrm>
          <a:prstGeom prst="rect">
            <a:avLst/>
          </a:prstGeom>
        </p:spPr>
      </p:pic>
      <p:sp>
        <p:nvSpPr>
          <p:cNvPr id="16" name="Текст 8">
            <a:extLst>
              <a:ext uri="{FF2B5EF4-FFF2-40B4-BE49-F238E27FC236}">
                <a16:creationId xmlns:a16="http://schemas.microsoft.com/office/drawing/2014/main" id="{F8F6E311-0D27-49D0-8531-DC5964A196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0349" y="1891240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4CB7EB-DE29-482C-8C88-A1E36AFF86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2092" y="1853141"/>
            <a:ext cx="548896" cy="548896"/>
          </a:xfrm>
          <a:prstGeom prst="rect">
            <a:avLst/>
          </a:prstGeom>
        </p:spPr>
      </p:pic>
      <p:sp>
        <p:nvSpPr>
          <p:cNvPr id="21" name="Текст 8">
            <a:extLst>
              <a:ext uri="{FF2B5EF4-FFF2-40B4-BE49-F238E27FC236}">
                <a16:creationId xmlns:a16="http://schemas.microsoft.com/office/drawing/2014/main" id="{C3D69292-EBBB-4C7B-A711-3A96745064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31768" y="1892638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FF45467-0638-4BED-A170-30160F0458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78678" y="1854539"/>
            <a:ext cx="548896" cy="548896"/>
          </a:xfrm>
          <a:prstGeom prst="rect">
            <a:avLst/>
          </a:prstGeom>
        </p:spPr>
      </p:pic>
      <p:sp>
        <p:nvSpPr>
          <p:cNvPr id="24" name="Текст 8">
            <a:extLst>
              <a:ext uri="{FF2B5EF4-FFF2-40B4-BE49-F238E27FC236}">
                <a16:creationId xmlns:a16="http://schemas.microsoft.com/office/drawing/2014/main" id="{1C2385B0-B0CC-4967-8DA5-A8C8201656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38354" y="189403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A4E317A-1F18-49A6-9ECB-FCF459306F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018" y="5585558"/>
            <a:ext cx="548896" cy="548896"/>
          </a:xfrm>
          <a:prstGeom prst="rect">
            <a:avLst/>
          </a:prstGeom>
        </p:spPr>
      </p:pic>
      <p:sp>
        <p:nvSpPr>
          <p:cNvPr id="28" name="Текст 8">
            <a:extLst>
              <a:ext uri="{FF2B5EF4-FFF2-40B4-BE49-F238E27FC236}">
                <a16:creationId xmlns:a16="http://schemas.microsoft.com/office/drawing/2014/main" id="{E70B18BD-F499-49BD-AC84-C0D77D5D7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2694" y="5625055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ACF5B11-830E-4FA0-9316-DE4C7DD2A8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4437" y="5586956"/>
            <a:ext cx="548896" cy="548896"/>
          </a:xfrm>
          <a:prstGeom prst="rect">
            <a:avLst/>
          </a:prstGeom>
        </p:spPr>
      </p:pic>
      <p:sp>
        <p:nvSpPr>
          <p:cNvPr id="32" name="Текст 8">
            <a:extLst>
              <a:ext uri="{FF2B5EF4-FFF2-40B4-BE49-F238E27FC236}">
                <a16:creationId xmlns:a16="http://schemas.microsoft.com/office/drawing/2014/main" id="{AD78E378-9C4F-4A92-9083-918D7C4321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94113" y="562645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F4480A8-EC02-4F32-82B8-003353A425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41023" y="5588354"/>
            <a:ext cx="548896" cy="548896"/>
          </a:xfrm>
          <a:prstGeom prst="rect">
            <a:avLst/>
          </a:prstGeom>
        </p:spPr>
      </p:pic>
      <p:sp>
        <p:nvSpPr>
          <p:cNvPr id="34" name="Текст 8">
            <a:extLst>
              <a:ext uri="{FF2B5EF4-FFF2-40B4-BE49-F238E27FC236}">
                <a16:creationId xmlns:a16="http://schemas.microsoft.com/office/drawing/2014/main" id="{EBF5B629-E477-4226-9E21-5067B7A858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00699" y="5627851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265490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5704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5F8ACE-3E1C-4E39-B472-143D79ED0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7D4C63-E01B-4945-B60C-D2946014B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495573C3-4AA9-45B3-983F-DCFC27C4DA0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33660916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35939A2-24AA-4602-8842-9F39E411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E4E25D1F-DF6C-4600-85F0-89C866A47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3831360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0007F1-7E97-4CCE-9A29-BFD83D605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CC94E47-8036-4118-B62C-DE61848670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66961868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AFC3533-23C9-4CED-A445-6E85CA86805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563595689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AACD8758-D2E7-4AD3-B184-673B73C7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25072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0F82ED-6DDA-4DF9-83FA-1F1DB1E02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4E562170-3E91-4D96-BE30-C110237F5A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89029810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+mj-lt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DEAF7BF6-5466-49A4-A22E-9658A429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47427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2">
            <a:extLst>
              <a:ext uri="{FF2B5EF4-FFF2-40B4-BE49-F238E27FC236}">
                <a16:creationId xmlns:a16="http://schemas.microsoft.com/office/drawing/2014/main" id="{F1F5113F-0417-493E-A617-2CCE169D32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84996" y="1333500"/>
            <a:ext cx="8422049" cy="7429500"/>
          </a:xfrm>
          <a:prstGeom prst="rect">
            <a:avLst/>
          </a:prstGeom>
        </p:spPr>
      </p:pic>
      <p:sp>
        <p:nvSpPr>
          <p:cNvPr id="7" name="Текст 4">
            <a:extLst>
              <a:ext uri="{FF2B5EF4-FFF2-40B4-BE49-F238E27FC236}">
                <a16:creationId xmlns:a16="http://schemas.microsoft.com/office/drawing/2014/main" id="{5058C5E0-31C9-416B-84BC-54D3368D1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54663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8E8A81A-61CA-4CF7-A415-6B979B86D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FBCC4F03-8004-4143-B155-5A12936C6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01031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4C277B2-BDC6-4C6C-859A-6483CF1F1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390775"/>
            <a:ext cx="14287500" cy="3810000"/>
          </a:xfrm>
          <a:prstGeom prst="rect">
            <a:avLst/>
          </a:prstGeom>
        </p:spPr>
      </p:pic>
      <p:sp>
        <p:nvSpPr>
          <p:cNvPr id="23" name="Заголовок 9">
            <a:extLst>
              <a:ext uri="{FF2B5EF4-FFF2-40B4-BE49-F238E27FC236}">
                <a16:creationId xmlns:a16="http://schemas.microsoft.com/office/drawing/2014/main" id="{2A251B0B-F3A3-4267-A4B5-F3EBD6B3B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3" y="344274"/>
            <a:ext cx="16859254" cy="1707809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98D00E-4355-40A6-8C19-77FF4348B8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750" y="2647950"/>
            <a:ext cx="13600113" cy="3341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rgbClr val="286FE5"/>
                </a:solidFill>
                <a:latin typeface="Nunito Sans Bold" pitchFamily="2" charset="-52"/>
              </a:defRPr>
            </a:lvl1pPr>
          </a:lstStyle>
          <a:p>
            <a:pPr lvl="0"/>
            <a:r>
              <a:rPr lang="ru-RU" dirty="0"/>
              <a:t>Было принято около</a:t>
            </a:r>
          </a:p>
          <a:p>
            <a:pPr lvl="0"/>
            <a:r>
              <a:rPr lang="ru-RU" dirty="0"/>
              <a:t>600 абитуриентов</a:t>
            </a:r>
          </a:p>
        </p:txBody>
      </p:sp>
    </p:spTree>
    <p:extLst>
      <p:ext uri="{BB962C8B-B14F-4D97-AF65-F5344CB8AC3E}">
        <p14:creationId xmlns:p14="http://schemas.microsoft.com/office/powerpoint/2010/main" val="762569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1A45BF42-8547-4F80-8725-507CCAF5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611012-1265-4F4C-911C-E330CF43E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Текст 23">
            <a:extLst>
              <a:ext uri="{FF2B5EF4-FFF2-40B4-BE49-F238E27FC236}">
                <a16:creationId xmlns:a16="http://schemas.microsoft.com/office/drawing/2014/main" id="{5A4FEC76-4699-487E-8239-C15808EDD9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B6F745-18EF-4B92-9232-0D2CE28750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Текст 23">
            <a:extLst>
              <a:ext uri="{FF2B5EF4-FFF2-40B4-BE49-F238E27FC236}">
                <a16:creationId xmlns:a16="http://schemas.microsoft.com/office/drawing/2014/main" id="{9FF6986F-2810-4102-9F83-07D67CA396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904429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DC0CB4DC-E927-468E-94BD-1242278FD8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FA315BEE-BC5D-4E40-A3E3-073B22F1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2486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BE80D66E-38F6-4AE8-A579-8AE98ED81E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2731802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6FC7FFA0-9BD1-2802-5684-0D250E76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781CCB-D23C-802D-DEA2-EA298C9C1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Рисунок 9">
            <a:extLst>
              <a:ext uri="{FF2B5EF4-FFF2-40B4-BE49-F238E27FC236}">
                <a16:creationId xmlns:a16="http://schemas.microsoft.com/office/drawing/2014/main" id="{E9A991A7-15A0-4347-90FC-BFF7E705F1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219BDA1B-8B0C-4353-B655-A6E6F546E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9690158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А также тщательные.</a:t>
            </a:r>
          </a:p>
        </p:txBody>
      </p:sp>
    </p:spTree>
    <p:extLst>
      <p:ext uri="{BB962C8B-B14F-4D97-AF65-F5344CB8AC3E}">
        <p14:creationId xmlns:p14="http://schemas.microsoft.com/office/powerpoint/2010/main" val="401806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EC12DDEC-4F27-B7C4-EA8A-DCC66798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557EC503-DDC0-69D2-065D-06994CDABC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43090C0F-09D3-8DC7-7AF1-8FAEBAE2D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709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C40BB6BC-2B41-861F-189D-279EA3E7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F545BFBD-E4F5-4C4D-B423-E9FDA6188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529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1A8B13EF-E25F-377E-B0E3-72DFAC34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9">
            <a:extLst>
              <a:ext uri="{FF2B5EF4-FFF2-40B4-BE49-F238E27FC236}">
                <a16:creationId xmlns:a16="http://schemas.microsoft.com/office/drawing/2014/main" id="{477ACEF1-E219-F732-3BB5-07CA6FE497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9">
            <a:extLst>
              <a:ext uri="{FF2B5EF4-FFF2-40B4-BE49-F238E27FC236}">
                <a16:creationId xmlns:a16="http://schemas.microsoft.com/office/drawing/2014/main" id="{11D2835E-FE49-E2CE-24DE-8146109A3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9">
            <a:extLst>
              <a:ext uri="{FF2B5EF4-FFF2-40B4-BE49-F238E27FC236}">
                <a16:creationId xmlns:a16="http://schemas.microsoft.com/office/drawing/2014/main" id="{CB82BC76-FA42-6DD7-A982-5999C0816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E4B9651C-A8BD-523E-A21D-BB58F4EB1C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20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94EB6-77C2-177B-7D7B-EAEAA84A3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971C5F-6772-8C16-FCBA-23C341206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E07B7992-7CDC-89B4-37DA-3C4A3F71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63212F80-92B0-46DD-AC38-E1AB547A1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7698702A-8E97-4917-BF6E-D20FF56ED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034257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5E3A87-9302-256F-D988-384ABF69C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B4E5FC5-6E58-CDE2-EB2C-9474BB12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23">
            <a:extLst>
              <a:ext uri="{FF2B5EF4-FFF2-40B4-BE49-F238E27FC236}">
                <a16:creationId xmlns:a16="http://schemas.microsoft.com/office/drawing/2014/main" id="{BAF53B57-539B-443D-9F22-B3C8E6C05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25269"/>
            <a:ext cx="16116126" cy="60204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8223774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69F1B95-101B-C0CF-26AC-0EB4AEDFD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0" y="1919286"/>
            <a:ext cx="8124825" cy="64484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6B62BA-D638-4705-35A3-5C1A5000C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919287"/>
            <a:ext cx="8124825" cy="644842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0C2E3F58-8934-ED42-DACC-B5DC2D1E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3881149-E7F8-43DE-84B9-99672D863C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1EEEEB4B-C721-454D-AAA7-E70BC9E85A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84E4D35C-BA0F-4467-A365-1E28B645F4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4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1FC5CA01-8FD3-4F92-A849-7F0322488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77424" y="4010024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502876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FA3BB8B-08FA-DE47-0B31-7DC3FD3AD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68375" y="1919285"/>
            <a:ext cx="3905250" cy="64484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9C922C-C613-DDFE-718A-B59D0B9E4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6408" y="1919286"/>
            <a:ext cx="3905250" cy="64484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38CB98F-27D4-9CEA-3602-D4C197E25F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6342" y="1919286"/>
            <a:ext cx="3905250" cy="64484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F9EDD2-2887-E675-2E4D-EB5D58167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3F3F3877-B5EF-29DE-FC88-B2CD3DD1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11EF16D-BCF1-41A8-B454-FBAE215875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E4FF2471-B709-4F8E-BEB3-DD95DFAF3C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113E40B1-7724-461B-9381-D0336A435B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5FEC63FE-D5D9-4812-959C-30B8BEF1F1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C1A067F3-1374-41FA-963E-90DB130190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D587C188-7208-4C3D-B7AB-DFCED17A98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64562EF9-604D-4A27-B172-04A055121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9">
            <a:extLst>
              <a:ext uri="{FF2B5EF4-FFF2-40B4-BE49-F238E27FC236}">
                <a16:creationId xmlns:a16="http://schemas.microsoft.com/office/drawing/2014/main" id="{7C3F6CA2-3053-49B9-9C96-5C45493AC1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924870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F7DCF16-1A91-461C-8611-5B4D655F5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7225" y="5179858"/>
            <a:ext cx="4648200" cy="366712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B2F25F9-6B9B-48B9-9913-F22A93389B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805" y="3228319"/>
            <a:ext cx="14629620" cy="241935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FA865C7-30A9-4966-9389-43E5EFD042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805" y="4617912"/>
            <a:ext cx="14249400" cy="241935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3065798-F67A-4190-96FF-8665136828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004" y="1665678"/>
            <a:ext cx="14629620" cy="241935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54A8BBC-0245-43D4-8846-008F6042373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82128" y="4760209"/>
            <a:ext cx="3600450" cy="178117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70A7DDA-2DFE-40F5-8ED0-DAA5706B772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4051" y="4761326"/>
            <a:ext cx="3600450" cy="178117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CA18619-7031-4ED3-A695-659F92D4FC8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600" y="4763561"/>
            <a:ext cx="3600450" cy="178117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425F72B-5F42-40F4-8626-3B81AA8B4B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2341" y="1770142"/>
            <a:ext cx="3600450" cy="178117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FDDE7F1-1EC5-43A1-A271-356E56AE50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264" y="1771259"/>
            <a:ext cx="3600450" cy="178117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7001407-6A94-46BD-B694-55C9E57D60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813" y="1773494"/>
            <a:ext cx="3600450" cy="17811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sp>
        <p:nvSpPr>
          <p:cNvPr id="30" name="Заголовок 9">
            <a:extLst>
              <a:ext uri="{FF2B5EF4-FFF2-40B4-BE49-F238E27FC236}">
                <a16:creationId xmlns:a16="http://schemas.microsoft.com/office/drawing/2014/main" id="{E24AAD49-301F-4E9E-895C-3A231784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id="{A6A1F3AA-EC64-4496-B06B-D3B0B71FF0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29" name="Текст 5">
            <a:extLst>
              <a:ext uri="{FF2B5EF4-FFF2-40B4-BE49-F238E27FC236}">
                <a16:creationId xmlns:a16="http://schemas.microsoft.com/office/drawing/2014/main" id="{EC2DB3F5-DF97-4BE1-A675-661B92333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52C569DF-4FDE-4133-AEE2-08F6B1C5AC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6" name="Текст 5">
            <a:extLst>
              <a:ext uri="{FF2B5EF4-FFF2-40B4-BE49-F238E27FC236}">
                <a16:creationId xmlns:a16="http://schemas.microsoft.com/office/drawing/2014/main" id="{F4812D15-585B-4A50-8C86-4B8887FFCF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403211CB-3E1A-4A32-B77F-C791CAC626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0" name="Текст 5">
            <a:extLst>
              <a:ext uri="{FF2B5EF4-FFF2-40B4-BE49-F238E27FC236}">
                <a16:creationId xmlns:a16="http://schemas.microsoft.com/office/drawing/2014/main" id="{BEA25344-4B59-4371-93FD-4D2BA4CC7DE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1" name="Текст 5">
            <a:extLst>
              <a:ext uri="{FF2B5EF4-FFF2-40B4-BE49-F238E27FC236}">
                <a16:creationId xmlns:a16="http://schemas.microsoft.com/office/drawing/2014/main" id="{BADD4C73-D133-4951-9688-797F3FB85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8272492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B9004BDE-5AB0-41C7-898A-865025EA3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DDE9C28-7A4A-45EF-83C0-8AF8874507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91BDD12-8A29-4433-AA22-FBCC570F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3365368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29570EF1-E2AF-468D-BDAC-EF12E546C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CF6C7EEE-9388-4E35-B61B-CE5512AA87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2449300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CE77920-5553-41DF-A238-E87A98C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5379550"/>
            <a:ext cx="8248650" cy="316131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CCB7BB7-391E-47AE-8991-9842573CC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5371161"/>
            <a:ext cx="8248650" cy="31613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139C1A8-3719-4691-9436-125B73266C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154"/>
            <a:ext cx="8248650" cy="318130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8627604-B8B7-41F2-A43C-684CE5C59D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4543"/>
            <a:ext cx="8248650" cy="3181305"/>
          </a:xfrm>
          <a:prstGeom prst="rect">
            <a:avLst/>
          </a:prstGeom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064269B4-F01D-47B4-BBE1-43185228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B44AC1-9ED8-4B9F-80FC-C4F0787B3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B48403A2-66F0-42C7-90F4-74CD82B48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92EE5EF8-85FA-4142-B807-2DECBF279C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34225329-4AF6-4D79-8BC3-F072C35D1F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925695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C96222-B27A-4526-ADB4-9E0DE8AFA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81A58A-5C43-4F65-96B4-D3E0FA4BA9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3DDBCB-D96C-43D1-9681-C20B02C4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9D7F3D-3C4D-4EFB-9C7E-EFEE159D8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9554D433-DDAD-4E3C-AF17-4A68870CF0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539DEC1D-798B-4A6E-B2BD-877257F156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BEE72-9F3B-4837-8AE2-E27661425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D9168B-18D8-433A-88FD-D292387D44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C573A1-025B-4A9E-A728-B9ED9415ED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91DCC3-16E6-48C0-879B-49F3B5E2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3" name="Заголовок 9">
            <a:extLst>
              <a:ext uri="{FF2B5EF4-FFF2-40B4-BE49-F238E27FC236}">
                <a16:creationId xmlns:a16="http://schemas.microsoft.com/office/drawing/2014/main" id="{F1996EEA-2F50-4E7E-A598-14D40829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F0A52D20-1FF5-40BF-A87F-5C94CC9F9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6F6FB69F-B829-4A58-BD20-CC6BA7CD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9795EF7A-A07A-48B4-86E6-E71A2504B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897BC6B3-FC47-48CC-B824-37C61B87C4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39C302A0-045D-4C2C-84A1-2088DC789E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C2DCA31-23DF-410C-8835-4C3DCFF81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554507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DA930211-4C47-4976-9733-0C7F4233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8095F4F-6706-4261-9B9B-34DF33BC8B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7869DB9-C9ED-4C8F-BDA8-D83F423E0F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94C9F84C-A08B-4467-92EE-9C5D6A593A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7562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EE5D3E-9661-41A8-A3A8-5721EC30CE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8FC2827-B954-400A-85AD-032031E31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69A7C12-4402-4A23-9A3F-1079CC7BB4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FE2FB22-C7CD-441E-BBE3-63CD43D11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255BCD-FFA3-495B-9FDF-D9DFC163A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C3D7699-65D2-4E81-8115-A99670667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22" name="Заголовок 9">
            <a:extLst>
              <a:ext uri="{FF2B5EF4-FFF2-40B4-BE49-F238E27FC236}">
                <a16:creationId xmlns:a16="http://schemas.microsoft.com/office/drawing/2014/main" id="{F1EB3E9B-2C2F-463E-9ECD-4371341B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8">
            <a:extLst>
              <a:ext uri="{FF2B5EF4-FFF2-40B4-BE49-F238E27FC236}">
                <a16:creationId xmlns:a16="http://schemas.microsoft.com/office/drawing/2014/main" id="{913FF8BD-21CB-422A-A53B-F46082815F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EAAB1F94-4C56-4D4A-BEE4-D4213FB1A6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CBD7DA99-CB87-499F-B1CF-724105FC13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FDC4BA0B-8AB8-474D-81B4-BE34F46CF5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94F7D51C-421B-42BA-B9FA-A086557223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8" name="Текст 18">
            <a:extLst>
              <a:ext uri="{FF2B5EF4-FFF2-40B4-BE49-F238E27FC236}">
                <a16:creationId xmlns:a16="http://schemas.microsoft.com/office/drawing/2014/main" id="{10596899-4712-47DF-B488-F76DDEFBE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3778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BD2C0679-AA83-479D-9878-9F703D7C6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1052" y="5417206"/>
            <a:ext cx="5377730" cy="3106825"/>
          </a:xfrm>
          <a:prstGeom prst="rect">
            <a:avLst/>
          </a:prstGeom>
        </p:spPr>
      </p:pic>
      <p:sp>
        <p:nvSpPr>
          <p:cNvPr id="48" name="Текст 18">
            <a:extLst>
              <a:ext uri="{FF2B5EF4-FFF2-40B4-BE49-F238E27FC236}">
                <a16:creationId xmlns:a16="http://schemas.microsoft.com/office/drawing/2014/main" id="{2C40B25F-52B8-4318-84C2-21208C93DB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14792" y="6225233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600217A-5235-4DB6-8120-A64583884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08258" y="5541948"/>
            <a:ext cx="548896" cy="548896"/>
          </a:xfrm>
          <a:prstGeom prst="rect">
            <a:avLst/>
          </a:prstGeom>
        </p:spPr>
      </p:pic>
      <p:sp>
        <p:nvSpPr>
          <p:cNvPr id="50" name="Текст 8">
            <a:extLst>
              <a:ext uri="{FF2B5EF4-FFF2-40B4-BE49-F238E27FC236}">
                <a16:creationId xmlns:a16="http://schemas.microsoft.com/office/drawing/2014/main" id="{61A671A5-D2D2-44A7-B146-75A1C84267F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567934" y="5581445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C4DF40E-F8FF-4DEE-8478-1F6EDFD924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68022" y="5415808"/>
            <a:ext cx="5377730" cy="3106825"/>
          </a:xfrm>
          <a:prstGeom prst="rect">
            <a:avLst/>
          </a:prstGeom>
        </p:spPr>
      </p:pic>
      <p:sp>
        <p:nvSpPr>
          <p:cNvPr id="52" name="Текст 18">
            <a:extLst>
              <a:ext uri="{FF2B5EF4-FFF2-40B4-BE49-F238E27FC236}">
                <a16:creationId xmlns:a16="http://schemas.microsoft.com/office/drawing/2014/main" id="{D2E757A6-CCEB-4DD5-87C1-46A6DDDBCC4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41762" y="6223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8721A02-9FC0-4A1E-A6A4-1DE3C510A4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5228" y="5540550"/>
            <a:ext cx="548896" cy="548896"/>
          </a:xfrm>
          <a:prstGeom prst="rect">
            <a:avLst/>
          </a:prstGeom>
        </p:spPr>
      </p:pic>
      <p:sp>
        <p:nvSpPr>
          <p:cNvPr id="54" name="Текст 8">
            <a:extLst>
              <a:ext uri="{FF2B5EF4-FFF2-40B4-BE49-F238E27FC236}">
                <a16:creationId xmlns:a16="http://schemas.microsoft.com/office/drawing/2014/main" id="{9F007721-20DB-4F20-B8FB-7FAAF87992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4904" y="5580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BB5D9A9D-380F-45C9-B2D4-1959495CF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05" y="5413808"/>
            <a:ext cx="5377730" cy="3106825"/>
          </a:xfrm>
          <a:prstGeom prst="rect">
            <a:avLst/>
          </a:prstGeom>
        </p:spPr>
      </p:pic>
      <p:sp>
        <p:nvSpPr>
          <p:cNvPr id="56" name="Текст 18">
            <a:extLst>
              <a:ext uri="{FF2B5EF4-FFF2-40B4-BE49-F238E27FC236}">
                <a16:creationId xmlns:a16="http://schemas.microsoft.com/office/drawing/2014/main" id="{B29CC027-DD46-4E95-AA1B-A958A6DD25D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6545" y="6221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CC557D2-0425-4D50-9A45-542F0E459D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11" y="5538550"/>
            <a:ext cx="548896" cy="548896"/>
          </a:xfrm>
          <a:prstGeom prst="rect">
            <a:avLst/>
          </a:prstGeom>
        </p:spPr>
      </p:pic>
      <p:sp>
        <p:nvSpPr>
          <p:cNvPr id="58" name="Текст 8">
            <a:extLst>
              <a:ext uri="{FF2B5EF4-FFF2-40B4-BE49-F238E27FC236}">
                <a16:creationId xmlns:a16="http://schemas.microsoft.com/office/drawing/2014/main" id="{31437541-F76D-48C5-9FB0-F599F2DB74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9687" y="5578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4173BA-9B0A-49A3-8033-C18AF69AF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8043" y="1707870"/>
            <a:ext cx="5377730" cy="3106825"/>
          </a:xfrm>
          <a:prstGeom prst="rect">
            <a:avLst/>
          </a:prstGeom>
        </p:spPr>
      </p:pic>
      <p:sp>
        <p:nvSpPr>
          <p:cNvPr id="44" name="Текст 18">
            <a:extLst>
              <a:ext uri="{FF2B5EF4-FFF2-40B4-BE49-F238E27FC236}">
                <a16:creationId xmlns:a16="http://schemas.microsoft.com/office/drawing/2014/main" id="{34E41860-AC05-4159-87F7-FB327F60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1783" y="2515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A6E0D6D-FA6D-49D7-9359-0FCDBD709D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15249" y="1832612"/>
            <a:ext cx="548896" cy="548896"/>
          </a:xfrm>
          <a:prstGeom prst="rect">
            <a:avLst/>
          </a:prstGeom>
        </p:spPr>
      </p:pic>
      <p:sp>
        <p:nvSpPr>
          <p:cNvPr id="46" name="Текст 8">
            <a:extLst>
              <a:ext uri="{FF2B5EF4-FFF2-40B4-BE49-F238E27FC236}">
                <a16:creationId xmlns:a16="http://schemas.microsoft.com/office/drawing/2014/main" id="{95B792F6-05A8-4439-A043-F0ED1485BF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4925" y="1872109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50CDFA5-A508-46DD-84A0-9E7184D35E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75013" y="1706472"/>
            <a:ext cx="5377730" cy="3106825"/>
          </a:xfrm>
          <a:prstGeom prst="rect">
            <a:avLst/>
          </a:prstGeom>
        </p:spPr>
      </p:pic>
      <p:sp>
        <p:nvSpPr>
          <p:cNvPr id="40" name="Текст 18">
            <a:extLst>
              <a:ext uri="{FF2B5EF4-FFF2-40B4-BE49-F238E27FC236}">
                <a16:creationId xmlns:a16="http://schemas.microsoft.com/office/drawing/2014/main" id="{F5076943-EAE8-42F6-9DEC-25C02FB21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8753" y="2514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0884432-ACFD-48D1-97A7-BE5B209243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2219" y="1831214"/>
            <a:ext cx="548896" cy="548896"/>
          </a:xfrm>
          <a:prstGeom prst="rect">
            <a:avLst/>
          </a:prstGeom>
        </p:spPr>
      </p:pic>
      <p:sp>
        <p:nvSpPr>
          <p:cNvPr id="42" name="Текст 8">
            <a:extLst>
              <a:ext uri="{FF2B5EF4-FFF2-40B4-BE49-F238E27FC236}">
                <a16:creationId xmlns:a16="http://schemas.microsoft.com/office/drawing/2014/main" id="{143ED22F-3960-451D-A56D-78F563819E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1895" y="1870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B043712-CE71-4447-A525-AF8043EE6F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796" y="1704472"/>
            <a:ext cx="5377730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63F7F92-8179-4121-ACB3-1BA0E29B8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999DC7E5-2175-4A67-AC6E-A3DEF61628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7B5D8E6-0850-4095-B357-95EF885B9C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002" y="1829214"/>
            <a:ext cx="548896" cy="548896"/>
          </a:xfrm>
          <a:prstGeom prst="rect">
            <a:avLst/>
          </a:prstGeom>
        </p:spPr>
      </p:pic>
      <p:sp>
        <p:nvSpPr>
          <p:cNvPr id="38" name="Текст 8">
            <a:extLst>
              <a:ext uri="{FF2B5EF4-FFF2-40B4-BE49-F238E27FC236}">
                <a16:creationId xmlns:a16="http://schemas.microsoft.com/office/drawing/2014/main" id="{FEBD38B3-BB5E-41AE-842C-9CA920D03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678" y="1868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0658397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704473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B591B-8AE6-44FB-8A0B-4754931A3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4DED45-0E7C-4024-BBA9-F4238C3678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088A9DE-30EA-4AF8-9C10-8233BD4F1C7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69147014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E424C389-D0FF-492A-96C1-B2928E16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F6F77912-0A12-422E-B9D9-BD7DA43F9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1424577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0055146-E285-4C46-8686-22A2CEF44A3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61536202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A9B15FE-EF69-4190-B986-800ACC54C7D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91413391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410861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9DCF176-54FA-40BF-B506-83E738C7AED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41752419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Nunito Bold" pitchFamily="2" charset="-52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6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2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lack_pixel_logoFTC.png" descr="preencoded.png">
            <a:extLst>
              <a:ext uri="{FF2B5EF4-FFF2-40B4-BE49-F238E27FC236}">
                <a16:creationId xmlns:a16="http://schemas.microsoft.com/office/drawing/2014/main" id="{F8003204-777B-4328-9815-7FBE9F94C356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49" r:id="rId3"/>
    <p:sldLayoutId id="2147483664" r:id="rId4"/>
    <p:sldLayoutId id="2147483666" r:id="rId5"/>
    <p:sldLayoutId id="2147483668" r:id="rId6"/>
    <p:sldLayoutId id="2147483670" r:id="rId7"/>
    <p:sldLayoutId id="2147483672" r:id="rId8"/>
    <p:sldLayoutId id="2147483674" r:id="rId9"/>
    <p:sldLayoutId id="2147483676" r:id="rId10"/>
    <p:sldLayoutId id="2147483678" r:id="rId11"/>
    <p:sldLayoutId id="2147483680" r:id="rId12"/>
    <p:sldLayoutId id="2147483682" r:id="rId13"/>
    <p:sldLayoutId id="2147483684" r:id="rId14"/>
    <p:sldLayoutId id="2147483686" r:id="rId15"/>
    <p:sldLayoutId id="2147483688" r:id="rId16"/>
    <p:sldLayoutId id="2147483690" r:id="rId17"/>
    <p:sldLayoutId id="2147483692" r:id="rId18"/>
    <p:sldLayoutId id="2147483695" r:id="rId19"/>
    <p:sldLayoutId id="2147483697" r:id="rId20"/>
    <p:sldLayoutId id="2147483699" r:id="rId21"/>
    <p:sldLayoutId id="2147483701" r:id="rId22"/>
    <p:sldLayoutId id="2147483703" r:id="rId23"/>
    <p:sldLayoutId id="2147483706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86FE5"/>
            </a:gs>
            <a:gs pos="0">
              <a:srgbClr val="3E719B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ite_pixel_logoFTC.png" descr="preencoded.png">
            <a:extLst>
              <a:ext uri="{FF2B5EF4-FFF2-40B4-BE49-F238E27FC236}">
                <a16:creationId xmlns:a16="http://schemas.microsoft.com/office/drawing/2014/main" id="{AFFDA096-83E8-41E4-AD5D-359F28218737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5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3" r:id="rId3"/>
    <p:sldLayoutId id="2147483651" r:id="rId4"/>
    <p:sldLayoutId id="2147483665" r:id="rId5"/>
    <p:sldLayoutId id="2147483667" r:id="rId6"/>
    <p:sldLayoutId id="2147483669" r:id="rId7"/>
    <p:sldLayoutId id="2147483671" r:id="rId8"/>
    <p:sldLayoutId id="2147483673" r:id="rId9"/>
    <p:sldLayoutId id="2147483675" r:id="rId10"/>
    <p:sldLayoutId id="2147483677" r:id="rId11"/>
    <p:sldLayoutId id="2147483679" r:id="rId12"/>
    <p:sldLayoutId id="2147483681" r:id="rId13"/>
    <p:sldLayoutId id="2147483683" r:id="rId14"/>
    <p:sldLayoutId id="2147483685" r:id="rId15"/>
    <p:sldLayoutId id="2147483687" r:id="rId16"/>
    <p:sldLayoutId id="2147483689" r:id="rId17"/>
    <p:sldLayoutId id="2147483691" r:id="rId18"/>
    <p:sldLayoutId id="2147483693" r:id="rId19"/>
    <p:sldLayoutId id="2147483696" r:id="rId20"/>
    <p:sldLayoutId id="2147483698" r:id="rId21"/>
    <p:sldLayoutId id="2147483700" r:id="rId22"/>
    <p:sldLayoutId id="2147483702" r:id="rId23"/>
    <p:sldLayoutId id="2147483704" r:id="rId24"/>
    <p:sldLayoutId id="2147483705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0D595DD6-A0CF-4D25-91D5-32C53C1BD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5" y="1712178"/>
            <a:ext cx="7953375" cy="1211813"/>
          </a:xfrm>
        </p:spPr>
        <p:txBody>
          <a:bodyPr/>
          <a:lstStyle/>
          <a:p>
            <a:r>
              <a:rPr lang="ru-RU" sz="4000" dirty="0"/>
              <a:t>Проектирование и внедрение системы интерактивной поддержки пассажиров компании </a:t>
            </a:r>
            <a:r>
              <a:rPr lang="ru-RU" sz="4000" b="0" i="0" dirty="0">
                <a:solidFill>
                  <a:schemeClr val="bg1"/>
                </a:solidFill>
                <a:effectLst/>
                <a:latin typeface="Nunito Bold"/>
              </a:rPr>
              <a:t>«Аэроэкспресс» </a:t>
            </a:r>
            <a:r>
              <a:rPr lang="ru-RU" sz="4000" dirty="0"/>
              <a:t>: чат-бот  и автоматизированная обработка писем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A5DCD-AA1F-E2D0-0479-0883A7024003}"/>
              </a:ext>
            </a:extLst>
          </p:cNvPr>
          <p:cNvSpPr txBox="1"/>
          <p:nvPr/>
        </p:nvSpPr>
        <p:spPr>
          <a:xfrm>
            <a:off x="714375" y="7712811"/>
            <a:ext cx="844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Руководитель ДП: Панкова Анна Александровна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72626-4BEE-31C7-EF17-D6950BCB3523}"/>
              </a:ext>
            </a:extLst>
          </p:cNvPr>
          <p:cNvSpPr txBox="1"/>
          <p:nvPr/>
        </p:nvSpPr>
        <p:spPr>
          <a:xfrm>
            <a:off x="714375" y="6716678"/>
            <a:ext cx="7953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Студент: Кочкин Никита Сергеевич</a:t>
            </a:r>
          </a:p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Группа ИСП - 21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BDA60-DE2D-43B0-94F1-B954E0C29B0B}"/>
              </a:ext>
            </a:extLst>
          </p:cNvPr>
          <p:cNvSpPr txBox="1"/>
          <p:nvPr/>
        </p:nvSpPr>
        <p:spPr>
          <a:xfrm>
            <a:off x="7767735" y="9386595"/>
            <a:ext cx="2752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Nunito Bold" pitchFamily="2" charset="-52"/>
              </a:rPr>
              <a:t>Долгопрудный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2C7B9-A81D-3839-6A8F-1676FDA18E07}"/>
              </a:ext>
            </a:extLst>
          </p:cNvPr>
          <p:cNvSpPr txBox="1"/>
          <p:nvPr/>
        </p:nvSpPr>
        <p:spPr>
          <a:xfrm>
            <a:off x="3960845" y="343612"/>
            <a:ext cx="10366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Nunito Bold" pitchFamily="2" charset="-52"/>
                <a:ea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</a:t>
            </a:r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3D8171-C977-AA89-1E9E-98776572E197}"/>
              </a:ext>
            </a:extLst>
          </p:cNvPr>
          <p:cNvSpPr/>
          <p:nvPr/>
        </p:nvSpPr>
        <p:spPr>
          <a:xfrm>
            <a:off x="4357394" y="-7649"/>
            <a:ext cx="13930605" cy="102946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B28F-84A8-90D1-75A5-667C087A3121}"/>
              </a:ext>
            </a:extLst>
          </p:cNvPr>
          <p:cNvSpPr txBox="1"/>
          <p:nvPr/>
        </p:nvSpPr>
        <p:spPr>
          <a:xfrm>
            <a:off x="447869" y="830425"/>
            <a:ext cx="3536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Nunito Bold" pitchFamily="2" charset="-52"/>
              </a:rPr>
              <a:t>Цель и задачи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ABDFA-53E1-90F9-34F0-D4710EED577D}"/>
              </a:ext>
            </a:extLst>
          </p:cNvPr>
          <p:cNvSpPr txBox="1"/>
          <p:nvPr/>
        </p:nvSpPr>
        <p:spPr>
          <a:xfrm>
            <a:off x="5309118" y="830426"/>
            <a:ext cx="12531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1" i="0" dirty="0">
                <a:solidFill>
                  <a:schemeClr val="accent1"/>
                </a:solidFill>
                <a:effectLst/>
                <a:latin typeface="Nunito Bold" pitchFamily="2" charset="-52"/>
              </a:rPr>
              <a:t>Целью</a:t>
            </a:r>
            <a:r>
              <a:rPr lang="ru-RU" sz="24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 работы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 являлась разработка чат бота для технической поддержки компании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j-lt"/>
              </a:rPr>
              <a:t>«Аэроэкспресс»</a:t>
            </a:r>
            <a:endParaRPr lang="ru-RU" sz="2400" b="0" i="0" dirty="0">
              <a:solidFill>
                <a:srgbClr val="F9FAFB"/>
              </a:solidFill>
              <a:effectLst/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38D9A-816E-84A4-6023-8A8300DE77C6}"/>
              </a:ext>
            </a:extLst>
          </p:cNvPr>
          <p:cNvSpPr txBox="1"/>
          <p:nvPr/>
        </p:nvSpPr>
        <p:spPr>
          <a:xfrm>
            <a:off x="5309118" y="2104606"/>
            <a:ext cx="11215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Для достижения цели были поставлены следующие </a:t>
            </a:r>
            <a:r>
              <a:rPr lang="ru-RU" sz="2400" b="1" i="0" dirty="0">
                <a:solidFill>
                  <a:schemeClr val="accent1"/>
                </a:solidFill>
                <a:effectLst/>
                <a:latin typeface="Nunito Bold" pitchFamily="2" charset="-52"/>
              </a:rPr>
              <a:t>задачи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:</a:t>
            </a:r>
            <a:endParaRPr lang="ru-RU" sz="2400" dirty="0">
              <a:latin typeface="Nunito Bold" pitchFamily="2" charset="-52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D8F4804-7847-DF14-B564-11A3EC6C8BB4}"/>
              </a:ext>
            </a:extLst>
          </p:cNvPr>
          <p:cNvCxnSpPr/>
          <p:nvPr/>
        </p:nvCxnSpPr>
        <p:spPr>
          <a:xfrm>
            <a:off x="5309118" y="3592383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6B495E-690C-C28D-A0DB-7078B51D8795}"/>
              </a:ext>
            </a:extLst>
          </p:cNvPr>
          <p:cNvSpPr txBox="1"/>
          <p:nvPr/>
        </p:nvSpPr>
        <p:spPr>
          <a:xfrm>
            <a:off x="6119974" y="2729190"/>
            <a:ext cx="11588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+mj-lt"/>
              </a:rPr>
              <a:t>Провести анализ предметной области компании «Аэроэкспресс», определить базовые запросы пассажиров, бизнес-процессы и  обработки обращений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490A954-C91F-30B4-CB42-565C70358DCA}"/>
              </a:ext>
            </a:extLst>
          </p:cNvPr>
          <p:cNvSpPr/>
          <p:nvPr/>
        </p:nvSpPr>
        <p:spPr>
          <a:xfrm>
            <a:off x="5495345" y="2723867"/>
            <a:ext cx="52289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1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40AF37C-BEC0-C1E8-52BC-361725FF1358}"/>
              </a:ext>
            </a:extLst>
          </p:cNvPr>
          <p:cNvCxnSpPr/>
          <p:nvPr/>
        </p:nvCxnSpPr>
        <p:spPr>
          <a:xfrm>
            <a:off x="5309118" y="4568679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C65E20B-1160-2419-8B50-088B630322D8}"/>
              </a:ext>
            </a:extLst>
          </p:cNvPr>
          <p:cNvCxnSpPr/>
          <p:nvPr/>
        </p:nvCxnSpPr>
        <p:spPr>
          <a:xfrm>
            <a:off x="5309118" y="5712148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750E71B-7D51-FA32-E8A3-43D6E55BB9F2}"/>
              </a:ext>
            </a:extLst>
          </p:cNvPr>
          <p:cNvCxnSpPr/>
          <p:nvPr/>
        </p:nvCxnSpPr>
        <p:spPr>
          <a:xfrm>
            <a:off x="5309118" y="6891955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FA951B3-D3FF-FC99-D5C5-D1B26C7B43C6}"/>
              </a:ext>
            </a:extLst>
          </p:cNvPr>
          <p:cNvCxnSpPr/>
          <p:nvPr/>
        </p:nvCxnSpPr>
        <p:spPr>
          <a:xfrm>
            <a:off x="5309118" y="8036378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A1D265C-3A12-A85F-CD97-8BFCA7A8FDA4}"/>
              </a:ext>
            </a:extLst>
          </p:cNvPr>
          <p:cNvSpPr/>
          <p:nvPr/>
        </p:nvSpPr>
        <p:spPr>
          <a:xfrm>
            <a:off x="5495343" y="3690206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2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6A6AA9-5981-DA25-8777-4B0CFEA8F758}"/>
              </a:ext>
            </a:extLst>
          </p:cNvPr>
          <p:cNvSpPr/>
          <p:nvPr/>
        </p:nvSpPr>
        <p:spPr>
          <a:xfrm>
            <a:off x="5495345" y="4832231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3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A953E3-CE2A-A1CF-FAB5-48AC649F10B6}"/>
              </a:ext>
            </a:extLst>
          </p:cNvPr>
          <p:cNvSpPr/>
          <p:nvPr/>
        </p:nvSpPr>
        <p:spPr>
          <a:xfrm>
            <a:off x="5495344" y="5964914"/>
            <a:ext cx="52289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4E7CD84-B389-1B2D-9AA6-3638AAD5B352}"/>
              </a:ext>
            </a:extLst>
          </p:cNvPr>
          <p:cNvSpPr/>
          <p:nvPr/>
        </p:nvSpPr>
        <p:spPr>
          <a:xfrm>
            <a:off x="5495345" y="7207156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3EE8DD-7229-3B0B-0F41-21ACF5AACB5E}"/>
              </a:ext>
            </a:extLst>
          </p:cNvPr>
          <p:cNvSpPr txBox="1"/>
          <p:nvPr/>
        </p:nvSpPr>
        <p:spPr>
          <a:xfrm>
            <a:off x="6119974" y="3658882"/>
            <a:ext cx="1090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+mj-lt"/>
              </a:rPr>
              <a:t>Разработать модель хранения данных в реляционной базе данных (SQLite), включающую таблицы для сессий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j-lt"/>
              </a:rPr>
              <a:t>.</a:t>
            </a:r>
            <a:endParaRPr lang="ru-RU" sz="2400" b="0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5A344-7C82-A30F-02CE-517A0D8414AE}"/>
              </a:ext>
            </a:extLst>
          </p:cNvPr>
          <p:cNvSpPr txBox="1"/>
          <p:nvPr/>
        </p:nvSpPr>
        <p:spPr>
          <a:xfrm>
            <a:off x="6142070" y="4801452"/>
            <a:ext cx="1120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Nunito Bold (Headings)"/>
              </a:rPr>
              <a:t>Реализовать классификатор намерений (интентов) на основе правил (rule‑based) для распознавания типовых запросов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Nunito Bold (Headings)"/>
              </a:rPr>
              <a:t>.</a:t>
            </a:r>
            <a:endParaRPr lang="ru-RU" sz="2400" b="0" i="0" dirty="0">
              <a:solidFill>
                <a:schemeClr val="bg1"/>
              </a:solidFill>
              <a:effectLst/>
              <a:latin typeface="Nunito Bold (Headings)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A2756DE-D8E4-2528-35D5-8A99397267F8}"/>
              </a:ext>
            </a:extLst>
          </p:cNvPr>
          <p:cNvSpPr/>
          <p:nvPr/>
        </p:nvSpPr>
        <p:spPr>
          <a:xfrm>
            <a:off x="5495345" y="8237549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6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C8C7F-6C3F-72A3-D897-B291663D40BD}"/>
              </a:ext>
            </a:extLst>
          </p:cNvPr>
          <p:cNvSpPr txBox="1"/>
          <p:nvPr/>
        </p:nvSpPr>
        <p:spPr>
          <a:xfrm>
            <a:off x="6142070" y="5886553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chemeClr val="bg1"/>
                </a:solidFill>
                <a:effectLst/>
                <a:latin typeface="Nunito Bold (Headings)"/>
              </a:rPr>
              <a:t>Разработать функционал учёта билетов, включая поиск билета по электронной почте или номеру телефона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Nunito Bold (Headings)"/>
              </a:rPr>
              <a:t>.</a:t>
            </a:r>
            <a:endParaRPr lang="ru-RU" sz="2400" b="0" i="0" dirty="0">
              <a:solidFill>
                <a:schemeClr val="bg1"/>
              </a:solidFill>
              <a:effectLst/>
              <a:latin typeface="Nunito Bold (Headings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13673B-A08F-DCC0-79F7-8D7EF4DCA0F9}"/>
              </a:ext>
            </a:extLst>
          </p:cNvPr>
          <p:cNvSpPr txBox="1"/>
          <p:nvPr/>
        </p:nvSpPr>
        <p:spPr>
          <a:xfrm>
            <a:off x="6119974" y="7072617"/>
            <a:ext cx="1120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Nunito Bold (Headings)"/>
              </a:rPr>
              <a:t>Разработать модуль автоматизированной обработки писем: классификация темы и тела письма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Nunito Bold (Headings)"/>
              </a:rPr>
              <a:t>,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Nunito Bold (Headings)"/>
              </a:rPr>
              <a:t> а также интеграцию с панелью для ручной обработки.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3B647A-2601-8E6E-1D47-73C74180E932}"/>
              </a:ext>
            </a:extLst>
          </p:cNvPr>
          <p:cNvSpPr txBox="1"/>
          <p:nvPr/>
        </p:nvSpPr>
        <p:spPr>
          <a:xfrm>
            <a:off x="6142070" y="8180818"/>
            <a:ext cx="10418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chemeClr val="bg1"/>
                </a:solidFill>
                <a:effectLst/>
                <a:latin typeface="Nunito Bold (Headings)"/>
              </a:rPr>
              <a:t>Реализовать средства аналитики и визуализации данных, а также провести функциональное и интеграционное тестирование системы.</a:t>
            </a:r>
          </a:p>
          <a:p>
            <a:endParaRPr lang="ru-RU" sz="2400" dirty="0">
              <a:solidFill>
                <a:schemeClr val="bg1"/>
              </a:solidFill>
              <a:effectLst/>
              <a:latin typeface="Nunito Bold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066EAED-33DD-0A7B-5952-5E72C244F046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3C63A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2</a:t>
            </a:r>
            <a:endParaRPr lang="ru-RU" sz="3200" b="0" cap="none" spc="0" dirty="0">
              <a:ln w="0"/>
              <a:solidFill>
                <a:srgbClr val="3C63A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A74AF5E-6EAA-8F0C-BABC-75ED0CEB9EC8}"/>
              </a:ext>
            </a:extLst>
          </p:cNvPr>
          <p:cNvSpPr/>
          <p:nvPr/>
        </p:nvSpPr>
        <p:spPr>
          <a:xfrm>
            <a:off x="1526214" y="276675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125CDFA-7EC7-F917-DE99-447A1915B8EA}"/>
              </a:ext>
            </a:extLst>
          </p:cNvPr>
          <p:cNvSpPr/>
          <p:nvPr/>
        </p:nvSpPr>
        <p:spPr>
          <a:xfrm>
            <a:off x="4895723" y="2754713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2</a:t>
            </a:r>
            <a:endParaRPr lang="ru-RU" sz="5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F91199-F78F-E1F0-B83C-AF58D38860F3}"/>
              </a:ext>
            </a:extLst>
          </p:cNvPr>
          <p:cNvSpPr/>
          <p:nvPr/>
        </p:nvSpPr>
        <p:spPr>
          <a:xfrm>
            <a:off x="8463157" y="2754713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B08125D-5897-298D-5FC9-649FD38606F9}"/>
              </a:ext>
            </a:extLst>
          </p:cNvPr>
          <p:cNvSpPr/>
          <p:nvPr/>
        </p:nvSpPr>
        <p:spPr>
          <a:xfrm>
            <a:off x="12334542" y="2773247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  <a:endParaRPr lang="ru-RU" sz="5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2C4C3A-8432-7B3B-B9BE-64463E2B46F1}"/>
              </a:ext>
            </a:extLst>
          </p:cNvPr>
          <p:cNvSpPr txBox="1"/>
          <p:nvPr/>
        </p:nvSpPr>
        <p:spPr>
          <a:xfrm>
            <a:off x="354563" y="503852"/>
            <a:ext cx="7875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Nunito Bold" pitchFamily="2" charset="-52"/>
              </a:rPr>
              <a:t>Логическая структура программы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7AFAA05-15C1-639E-6C4C-D55C19FB012C}"/>
              </a:ext>
            </a:extLst>
          </p:cNvPr>
          <p:cNvCxnSpPr/>
          <p:nvPr/>
        </p:nvCxnSpPr>
        <p:spPr>
          <a:xfrm>
            <a:off x="-93307" y="1196836"/>
            <a:ext cx="86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D0873BE-C444-9042-80EF-65BD6651CFE3}"/>
              </a:ext>
            </a:extLst>
          </p:cNvPr>
          <p:cNvSpPr/>
          <p:nvPr/>
        </p:nvSpPr>
        <p:spPr>
          <a:xfrm>
            <a:off x="15901976" y="2776102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EA4DBF-8B5B-27AB-E8FD-D2A50D40E1CC}"/>
              </a:ext>
            </a:extLst>
          </p:cNvPr>
          <p:cNvSpPr txBox="1"/>
          <p:nvPr/>
        </p:nvSpPr>
        <p:spPr>
          <a:xfrm>
            <a:off x="924194" y="5868095"/>
            <a:ext cx="1927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Клиентская часть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8DCD7-B26B-D39D-5ED7-99AE4B2F5E79}"/>
              </a:ext>
            </a:extLst>
          </p:cNvPr>
          <p:cNvSpPr txBox="1"/>
          <p:nvPr/>
        </p:nvSpPr>
        <p:spPr>
          <a:xfrm>
            <a:off x="4265668" y="5870303"/>
            <a:ext cx="1859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Серверное </a:t>
            </a:r>
            <a:r>
              <a:rPr lang="en-US" sz="24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API </a:t>
            </a:r>
            <a:endParaRPr lang="ru-RU" sz="2400" dirty="0">
              <a:latin typeface="Nunito Bold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E0CA60-3B6C-1668-92E9-1A9F62D62445}"/>
              </a:ext>
            </a:extLst>
          </p:cNvPr>
          <p:cNvSpPr txBox="1"/>
          <p:nvPr/>
        </p:nvSpPr>
        <p:spPr>
          <a:xfrm>
            <a:off x="8094811" y="5868095"/>
            <a:ext cx="1336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База данных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798DCD-6F16-0F5B-B56F-562EB38A0776}"/>
              </a:ext>
            </a:extLst>
          </p:cNvPr>
          <p:cNvSpPr txBox="1"/>
          <p:nvPr/>
        </p:nvSpPr>
        <p:spPr>
          <a:xfrm>
            <a:off x="11092715" y="5868094"/>
            <a:ext cx="3083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Модули бизнес-логики</a:t>
            </a:r>
            <a:endParaRPr lang="ru-RU" sz="2400" b="1" dirty="0">
              <a:solidFill>
                <a:schemeClr val="bg1"/>
              </a:solidFill>
              <a:latin typeface="Nunito Bold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4B2DA2-2043-187B-84ED-EF1AC0E9429C}"/>
              </a:ext>
            </a:extLst>
          </p:cNvPr>
          <p:cNvSpPr txBox="1"/>
          <p:nvPr/>
        </p:nvSpPr>
        <p:spPr>
          <a:xfrm>
            <a:off x="14835674" y="5773170"/>
            <a:ext cx="2724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Nunito Bold" pitchFamily="2" charset="-52"/>
              </a:rPr>
              <a:t>CRUD-</a:t>
            </a:r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операции и фильтрации данных</a:t>
            </a:r>
          </a:p>
        </p:txBody>
      </p:sp>
      <p:sp>
        <p:nvSpPr>
          <p:cNvPr id="21" name="AutoShape 2" descr="Клиент иконка SVG, Концепции маркетинга Векторные иконки |…">
            <a:extLst>
              <a:ext uri="{FF2B5EF4-FFF2-40B4-BE49-F238E27FC236}">
                <a16:creationId xmlns:a16="http://schemas.microsoft.com/office/drawing/2014/main" id="{CA73FDEE-A52B-0B46-29CF-FDE5B9EE8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2691" y="3899991"/>
            <a:ext cx="1078625" cy="107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DD9063A-79C2-C475-59CA-7A32F6CD9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194" y="3750533"/>
            <a:ext cx="1927122" cy="1927122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3B11F89-953F-2D37-BFFD-38CE81746863}"/>
              </a:ext>
            </a:extLst>
          </p:cNvPr>
          <p:cNvSpPr/>
          <p:nvPr/>
        </p:nvSpPr>
        <p:spPr>
          <a:xfrm>
            <a:off x="895508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61E4CC1-3D19-684D-0FE2-0C2C3CE2D658}"/>
              </a:ext>
            </a:extLst>
          </p:cNvPr>
          <p:cNvSpPr/>
          <p:nvPr/>
        </p:nvSpPr>
        <p:spPr>
          <a:xfrm>
            <a:off x="4199946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5BF6A92-0D53-74F4-2C0B-0FBAD8DCF2B2}"/>
              </a:ext>
            </a:extLst>
          </p:cNvPr>
          <p:cNvSpPr/>
          <p:nvPr/>
        </p:nvSpPr>
        <p:spPr>
          <a:xfrm>
            <a:off x="7767380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7A507A7-19DF-8BB5-912B-597B4A255651}"/>
              </a:ext>
            </a:extLst>
          </p:cNvPr>
          <p:cNvSpPr/>
          <p:nvPr/>
        </p:nvSpPr>
        <p:spPr>
          <a:xfrm>
            <a:off x="11640799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95B8C0C-39F8-6772-A1AF-07573FB8FDFB}"/>
              </a:ext>
            </a:extLst>
          </p:cNvPr>
          <p:cNvSpPr/>
          <p:nvPr/>
        </p:nvSpPr>
        <p:spPr>
          <a:xfrm>
            <a:off x="15206200" y="385177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0B54ACA-B918-9717-9C5E-647239F24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363" y="4081026"/>
            <a:ext cx="1360558" cy="136055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29059B-4527-9939-7A8B-0DA6F06AD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062" y="3947290"/>
            <a:ext cx="1628030" cy="16280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9D35DC2-3744-F4FE-3551-20123BF32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6175" y="3987090"/>
            <a:ext cx="1548429" cy="154842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B43CA654-0B0D-A532-E5D1-94D6871CF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5597" y="3947290"/>
            <a:ext cx="1683377" cy="1683377"/>
          </a:xfrm>
          <a:prstGeom prst="rect">
            <a:avLst/>
          </a:prstGeom>
        </p:spPr>
      </p:pic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72AEE5E-39C3-9FE4-D773-73E8A7CE98E8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B70EA6-58A1-03D4-5842-D68BF86E5F2F}"/>
              </a:ext>
            </a:extLst>
          </p:cNvPr>
          <p:cNvSpPr txBox="1"/>
          <p:nvPr/>
        </p:nvSpPr>
        <p:spPr>
          <a:xfrm>
            <a:off x="5514392" y="429208"/>
            <a:ext cx="725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Nunito Bold" pitchFamily="2" charset="-52"/>
              </a:rPr>
              <a:t>Демонстрация программы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438CBCC-CB8F-A69D-2A6E-01D98BB27A3F}"/>
              </a:ext>
            </a:extLst>
          </p:cNvPr>
          <p:cNvCxnSpPr/>
          <p:nvPr/>
        </p:nvCxnSpPr>
        <p:spPr>
          <a:xfrm>
            <a:off x="3639820" y="1223185"/>
            <a:ext cx="1080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EE318C-09DA-5A4C-A09F-47C90612D497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2D539-8C62-42E7-89B1-EEAB4DA64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70832"/>
            <a:ext cx="5560506" cy="7459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3AADFC-1E3A-4EA0-AEC1-B98DE7B5D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780" y="1370831"/>
            <a:ext cx="10367663" cy="7459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D2C4C3A-8432-7B3B-B9BE-64463E2B46F1}"/>
              </a:ext>
            </a:extLst>
          </p:cNvPr>
          <p:cNvSpPr txBox="1"/>
          <p:nvPr/>
        </p:nvSpPr>
        <p:spPr>
          <a:xfrm>
            <a:off x="6424126" y="528438"/>
            <a:ext cx="54397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Nunito Bold" pitchFamily="2" charset="-52"/>
              </a:rPr>
              <a:t>Заключение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10F661A-3D14-A4A6-24CE-A99D4FFC2806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89B97-8FFA-41A8-F18C-2EDE2135691B}"/>
              </a:ext>
            </a:extLst>
          </p:cNvPr>
          <p:cNvSpPr txBox="1"/>
          <p:nvPr/>
        </p:nvSpPr>
        <p:spPr>
          <a:xfrm>
            <a:off x="2355978" y="1670633"/>
            <a:ext cx="1357604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0" i="0" dirty="0">
                <a:solidFill>
                  <a:schemeClr val="bg1"/>
                </a:solidFill>
                <a:effectLst/>
                <a:latin typeface="Nunito Bold"/>
              </a:rPr>
              <a:t>Разработанное приложение предназначено для автоматизации обработки обращений пассажиров компании «Аэроэкспресс» через веб-чат и электронную почту с использованием интеллектуального чат-бота и системы классификации входящих писем.</a:t>
            </a:r>
          </a:p>
          <a:p>
            <a:pPr algn="l"/>
            <a:endParaRPr lang="ru-RU" sz="2800" b="1" i="0" dirty="0">
              <a:solidFill>
                <a:schemeClr val="bg1"/>
              </a:solidFill>
              <a:effectLst/>
              <a:latin typeface="Nunito Bold"/>
            </a:endParaRPr>
          </a:p>
          <a:p>
            <a:pPr algn="l"/>
            <a:r>
              <a:rPr lang="ru-RU" sz="2800" b="1" i="0" dirty="0">
                <a:solidFill>
                  <a:schemeClr val="bg1"/>
                </a:solidFill>
                <a:effectLst/>
                <a:latin typeface="Nunito Bold"/>
              </a:rPr>
              <a:t>Программа:</a:t>
            </a:r>
            <a:endParaRPr lang="ru-RU" sz="2800" b="0" i="0" dirty="0">
              <a:solidFill>
                <a:schemeClr val="bg1"/>
              </a:solidFill>
              <a:effectLst/>
              <a:latin typeface="Nunito Bold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bg1"/>
                </a:solidFill>
                <a:effectLst/>
                <a:latin typeface="Nunito Bold"/>
              </a:rPr>
              <a:t>Использует клиент-серверную архитектуру (FastAPI + SQLite + HTML/CSS/JavaScript);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bg1"/>
                </a:solidFill>
                <a:effectLst/>
                <a:latin typeface="Nunito Bold"/>
              </a:rPr>
              <a:t>Обеспечивает полный цикл обработки запросов пассажиров (распознавание намерений, многошаговые диалоги, поиск билетов, оформление возврата, эскалация оператору);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bg1"/>
                </a:solidFill>
                <a:effectLst/>
                <a:latin typeface="Nunito Bold"/>
              </a:rPr>
              <a:t>Включает аналитику (распределение обращений по интентам, динамика сообщений по дням), админ-панель для операторов с фильтрацией эскалированных сессий, а также автоматическую классификацию и маршрутизацию входящих писем.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FF7EF3-C749-DF27-D9A9-97881DBDA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261" y="7613779"/>
            <a:ext cx="1495135" cy="14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2984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Nunito Bold"/>
        <a:ea typeface=""/>
        <a:cs typeface=""/>
      </a:majorFont>
      <a:minorFont>
        <a:latin typeface="Nunito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иня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3987</TotalTime>
  <Words>308</Words>
  <Application>Microsoft Office PowerPoint</Application>
  <PresentationFormat>Custom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Nunito Bold</vt:lpstr>
      <vt:lpstr>Nunito Bold (Headings)</vt:lpstr>
      <vt:lpstr>Nunito ExtraBold</vt:lpstr>
      <vt:lpstr>Nunito Sans Bold</vt:lpstr>
      <vt:lpstr>Nunito Sans SemiBold</vt:lpstr>
      <vt:lpstr>Nunito SemiBold</vt:lpstr>
      <vt:lpstr>quote-cjk-patch</vt:lpstr>
      <vt:lpstr>Светлая</vt:lpstr>
      <vt:lpstr>Синяя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Никита Кочкин</cp:lastModifiedBy>
  <cp:revision>76</cp:revision>
  <dcterms:created xsi:type="dcterms:W3CDTF">2025-10-16T18:17:35Z</dcterms:created>
  <dcterms:modified xsi:type="dcterms:W3CDTF">2026-06-01T20:47:16Z</dcterms:modified>
</cp:coreProperties>
</file>